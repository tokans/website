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tagline. AI consumes tokens; humans deserve Tokans — a privacy-native ecosystem. Set the frame: who owns data in an AI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shift: GenAI made building trivial. Proof — 7 apps in a month, solo, alongside a CTO job. Land the question: if building is free, where's the value? Begin answering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isn't compliance — it's economics. AI makes attacks cheap; any central vault is a standing prize. End on prize &gt;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flips the economics: no central vault means no prize. Each device is its own encrypted vault; only non-confidential data ever leaves, filtered client-side. The guarantee is structural.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seeded the marketplace with real apps across the life stack. Partners extend it; sharedCoreLib makes their apps private-by-default and fast-tracks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local apps build the install base; the AI + human layer is the subscription. Partners enter free, pay as they earn. The flywheel — users, builders, partners, apps — compounds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proof, not promise: live products across finance, platform, storytelling, plus the open core. End on the tagline — the natural next step, not a pivot.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E0F2F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4" name="Image 0" descr="C:\workspace\myLife\tokans\website\public\image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66928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TOKANS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i="1" dirty="0">
                <a:solidFill>
                  <a:srgbClr val="0C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needs </a:t>
            </a:r>
            <a:pPr indent="0" marL="0">
              <a:lnSpc>
                <a:spcPct val="105000"/>
              </a:lnSpc>
              <a:buNone/>
            </a:pPr>
            <a:r>
              <a:rPr lang="en-US" sz="5200" b="1" i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pPr indent="0" marL="0">
              <a:lnSpc>
                <a:spcPct val="105000"/>
              </a:lnSpc>
              <a:buNone/>
            </a:pPr>
            <a:r>
              <a:rPr lang="en-US" sz="5200" b="1" i="1" dirty="0">
                <a:solidFill>
                  <a:srgbClr val="0C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i="1" dirty="0">
                <a:solidFill>
                  <a:srgbClr val="0C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need 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i="1" dirty="0">
                <a:solidFill>
                  <a:srgbClr val="0EA5E9"/>
                </a:solidFill>
                <a:uFill>
                  <a:solidFill>
                    <a:srgbClr val="F59E0B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Tokans</a:t>
            </a:r>
            <a:pPr indent="0" marL="0">
              <a:lnSpc>
                <a:spcPct val="105000"/>
              </a:lnSpc>
              <a:buNone/>
            </a:pPr>
            <a:r>
              <a:rPr lang="en-US" sz="5200" b="1" i="1" dirty="0">
                <a:solidFill>
                  <a:srgbClr val="0C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68680" y="4297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privacy-native ecosystem where verified human expertise meets AI-built software.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5897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tokans.org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532120" cy="5943600"/>
          </a:xfrm>
          <a:prstGeom prst="roundRect">
            <a:avLst>
              <a:gd name="adj" fmla="val 1983"/>
            </a:avLst>
          </a:prstGeom>
          <a:solidFill>
            <a:srgbClr val="F0F7FF"/>
          </a:solidFill>
          <a:ln w="12700">
            <a:solidFill>
              <a:srgbClr val="CBD9E8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pic>
        <p:nvPicPr>
          <p:cNvPr id="3" name="Image 0" descr="C:\workspace\myLife\tokans\website\public\images\co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" y="585216"/>
            <a:ext cx="5276088" cy="5687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01  /  THE SHIFT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0" y="914400"/>
            <a:ext cx="5333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apps is no longer a barrier.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0" y="201168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196596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7360920" y="21031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apps
</a:t>
            </a:r>
            <a:pPr indent="0" marL="0">
              <a:buNone/>
            </a:pPr>
            <a:r>
              <a:rPr lang="en-US" sz="110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one month · solo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3337560"/>
            <a:ext cx="5333695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has collapsed the cost of app creation to near zero.
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solo founder built 7 working apps in one month </a:t>
            </a:r>
            <a:pPr indent="0" marL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a full-time CTO role.
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Health · Memories · Docs · Work · Hobbies · Education
</a:t>
            </a:r>
            <a:pPr indent="0" marL="0">
              <a:lnSpc>
                <a:spcPct val="108000"/>
              </a:lnSpc>
              <a:buNone/>
            </a:pPr>
            <a:r>
              <a:rPr lang="en-US" sz="12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building is trivial — who still pays for software, and why?
</a:t>
            </a:r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interconnected data and access to resources otherwise not easily available. However, …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02375" y="457200"/>
            <a:ext cx="5532120" cy="5943600"/>
          </a:xfrm>
          <a:prstGeom prst="roundRect">
            <a:avLst>
              <a:gd name="adj" fmla="val 1983"/>
            </a:avLst>
          </a:prstGeom>
          <a:solidFill>
            <a:srgbClr val="F0F7FF"/>
          </a:solidFill>
          <a:ln w="12700">
            <a:solidFill>
              <a:srgbClr val="CBD9E8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94983" y="74980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floor — but breaches still happen.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968435" y="1664208"/>
            <a:ext cx="914" cy="1088136"/>
          </a:xfrm>
          <a:prstGeom prst="line">
            <a:avLst/>
          </a:prstGeom>
          <a:noFill/>
          <a:ln w="28575">
            <a:solidFill>
              <a:srgbClr val="DC2626"/>
            </a:solidFill>
            <a:prstDash val="dash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32143" y="1801368"/>
            <a:ext cx="1046988" cy="1234440"/>
          </a:xfrm>
          <a:prstGeom prst="line">
            <a:avLst/>
          </a:prstGeom>
          <a:noFill/>
          <a:ln w="28575">
            <a:solidFill>
              <a:srgbClr val="DC2626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10257739" y="1801368"/>
            <a:ext cx="1046988" cy="1234440"/>
          </a:xfrm>
          <a:prstGeom prst="line">
            <a:avLst/>
          </a:prstGeom>
          <a:noFill/>
          <a:ln w="28575">
            <a:solidFill>
              <a:srgbClr val="DC2626"/>
            </a:solidFill>
            <a:prstDash val="dash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6723583" y="3822192"/>
            <a:ext cx="1284732" cy="1783080"/>
          </a:xfrm>
          <a:prstGeom prst="line">
            <a:avLst/>
          </a:prstGeom>
          <a:noFill/>
          <a:ln w="28575">
            <a:solidFill>
              <a:srgbClr val="DC2626"/>
            </a:solidFill>
            <a:prstDash val="dash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962595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AI-assisted attack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4983" y="1618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44607" y="1618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40703" y="5650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inevitable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33995" y="2807208"/>
            <a:ext cx="2468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8575">
            <a:solidFill>
              <a:srgbClr val="DC2626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33995" y="2807208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VAULT
</a:t>
            </a:r>
            <a:pPr algn="ctr" indent="0" marL="0">
              <a:buNone/>
            </a:pPr>
            <a:r>
              <a:rPr lang="en-US" sz="110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records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13955" y="4224528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3955" y="42245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Prize  &gt;  Cost of attack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02  /  THE PROBLEM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914400"/>
            <a:ext cx="5333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economics of data security are broken.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7200" y="2148840"/>
            <a:ext cx="53336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not enough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and DPDP set a regulatory floor — but your data still sits on someone else's server. Delegation of risk, not ownership.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3337560"/>
            <a:ext cx="53336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killed the cost of attacks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are now trivially cheap and fast. The limiting factor is simple economics.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533369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is the vulnerability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vault holding millions of records is always worth attacking. The prize exceeds the cost of the key. Every time.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5989320"/>
            <a:ext cx="5333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value &gt; Cost of attack. The economics are broken.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532120" cy="5943600"/>
          </a:xfrm>
          <a:prstGeom prst="roundRect">
            <a:avLst>
              <a:gd name="adj" fmla="val 1983"/>
            </a:avLst>
          </a:prstGeom>
          <a:solidFill>
            <a:srgbClr val="F0F7FF"/>
          </a:solidFill>
          <a:ln w="12700">
            <a:solidFill>
              <a:srgbClr val="CBD9E8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23260" y="1344168"/>
            <a:ext cx="1706531" cy="1019556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29791" y="2363724"/>
            <a:ext cx="914" cy="2039112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3223260" y="4402836"/>
            <a:ext cx="1706531" cy="1019556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516729" y="4402836"/>
            <a:ext cx="1706531" cy="1019556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1516729" y="2363724"/>
            <a:ext cx="914" cy="2039112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516729" y="1344168"/>
            <a:ext cx="1706531" cy="1019556"/>
          </a:xfrm>
          <a:prstGeom prst="line">
            <a:avLst/>
          </a:prstGeom>
          <a:noFill/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3260" y="1344168"/>
            <a:ext cx="1706531" cy="3058668"/>
          </a:xfrm>
          <a:prstGeom prst="line">
            <a:avLst/>
          </a:prstGeom>
          <a:noFill/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223260" y="2363724"/>
            <a:ext cx="1706531" cy="3058668"/>
          </a:xfrm>
          <a:prstGeom prst="line">
            <a:avLst/>
          </a:prstGeom>
          <a:noFill/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516729" y="4402836"/>
            <a:ext cx="3413062" cy="914"/>
          </a:xfrm>
          <a:prstGeom prst="line">
            <a:avLst/>
          </a:prstGeom>
          <a:noFill/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1516729" y="2363724"/>
            <a:ext cx="1706531" cy="3058668"/>
          </a:xfrm>
          <a:prstGeom prst="line">
            <a:avLst/>
          </a:prstGeom>
          <a:noFill/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516729" y="1344168"/>
            <a:ext cx="1706531" cy="3058668"/>
          </a:xfrm>
          <a:prstGeom prst="line">
            <a:avLst/>
          </a:prstGeom>
          <a:noFill/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16729" y="2363724"/>
            <a:ext cx="3413062" cy="914"/>
          </a:xfrm>
          <a:prstGeom prst="line">
            <a:avLst/>
          </a:prstGeom>
          <a:noFill/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66644" y="987552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76956" y="1161288"/>
            <a:ext cx="292608" cy="365760"/>
          </a:xfrm>
          <a:prstGeom prst="roundRect">
            <a:avLst>
              <a:gd name="adj" fmla="val 12500"/>
            </a:avLst>
          </a:prstGeom>
          <a:ln w="22225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3175" y="2007108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3487" y="2180844"/>
            <a:ext cx="292608" cy="365760"/>
          </a:xfrm>
          <a:prstGeom prst="roundRect">
            <a:avLst>
              <a:gd name="adj" fmla="val 12500"/>
            </a:avLst>
          </a:prstGeom>
          <a:ln w="22225">
            <a:solidFill>
              <a:srgbClr val="0369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3175" y="404622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83487" y="4219956"/>
            <a:ext cx="292608" cy="365760"/>
          </a:xfrm>
          <a:prstGeom prst="roundRect">
            <a:avLst>
              <a:gd name="adj" fmla="val 12500"/>
            </a:avLst>
          </a:prstGeom>
          <a:ln w="22225">
            <a:solidFill>
              <a:srgbClr val="0369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66644" y="5065776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76956" y="5239512"/>
            <a:ext cx="292608" cy="365760"/>
          </a:xfrm>
          <a:prstGeom prst="roundRect">
            <a:avLst>
              <a:gd name="adj" fmla="val 12500"/>
            </a:avLst>
          </a:prstGeom>
          <a:ln w="22225">
            <a:solidFill>
              <a:srgbClr val="0369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0113" y="4046220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0425" y="4219956"/>
            <a:ext cx="292608" cy="365760"/>
          </a:xfrm>
          <a:prstGeom prst="roundRect">
            <a:avLst>
              <a:gd name="adj" fmla="val 12500"/>
            </a:avLst>
          </a:prstGeom>
          <a:ln w="22225">
            <a:solidFill>
              <a:srgbClr val="0369A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0113" y="2007108"/>
            <a:ext cx="713232" cy="7132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0425" y="2180844"/>
            <a:ext cx="292608" cy="365760"/>
          </a:xfrm>
          <a:prstGeom prst="roundRect">
            <a:avLst>
              <a:gd name="adj" fmla="val 12500"/>
            </a:avLst>
          </a:prstGeom>
          <a:ln w="22225">
            <a:solidFill>
              <a:srgbClr val="0369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51660" y="2816352"/>
            <a:ext cx="27432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1660" y="2816352"/>
            <a:ext cx="274320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central target.
</a:t>
            </a:r>
            <a:pPr algn="ctr" indent="0" marL="0">
              <a:buNone/>
            </a:pPr>
            <a:r>
              <a:rPr lang="en-US" sz="110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is its own vault.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668780" y="5650992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5875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8780" y="565099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Prize  &lt;  Cost of attack  ✓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03  /  THE SOLUTION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914400"/>
            <a:ext cx="5333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as intrinsic architecture.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00800" y="1874520"/>
            <a:ext cx="5333695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the central vault for personal data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lives only on the user's own device, there is no central target worth attacking.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0" y="2862072"/>
            <a:ext cx="5333695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is its own vault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personal storage means the prize value of any single breach drops below the cost of the attack.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00800" y="3849624"/>
            <a:ext cx="5333695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non-confidential data gets transferred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tracking, additional data gets queried and the downloaded data gets filtered at the client.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400800" y="4837176"/>
            <a:ext cx="5333695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the guarantee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a company promises to behave — but because the structure makes data theft unviable.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00800" y="6035040"/>
            <a:ext cx="5333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 as a policy. Privacy as a structural guarantee.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02375" y="457200"/>
            <a:ext cx="5532120" cy="5943600"/>
          </a:xfrm>
          <a:prstGeom prst="roundRect">
            <a:avLst>
              <a:gd name="adj" fmla="val 1983"/>
            </a:avLst>
          </a:prstGeom>
          <a:solidFill>
            <a:srgbClr val="F0F7FF"/>
          </a:solidFill>
          <a:ln w="12700">
            <a:solidFill>
              <a:srgbClr val="CBD9E8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94983" y="74980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by us · grown by partners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94983" y="1207008"/>
            <a:ext cx="1527048" cy="17556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31750">
            <a:solidFill>
              <a:srgbClr val="0EA5E9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pic>
        <p:nvPicPr>
          <p:cNvPr id="5" name="Image 0" descr="C:\workspace\myLife\tokans\website\public\app-icons\myfi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7611" y="1408176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4983" y="2084832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myFinance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01307" y="248716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8" name="Text 5"/>
          <p:cNvSpPr/>
          <p:nvPr/>
        </p:nvSpPr>
        <p:spPr>
          <a:xfrm>
            <a:off x="6801307" y="2487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04911" y="1207008"/>
            <a:ext cx="1527048" cy="17556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22225">
            <a:solidFill>
              <a:srgbClr val="059669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pic>
        <p:nvPicPr>
          <p:cNvPr id="10" name="Image 1" descr="C:\workspace\myLife\tokans\website\public\app-icons\myheal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39" y="1408176"/>
            <a:ext cx="621792" cy="621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04911" y="2084832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myHealth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511235" y="248716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13" name="Text 9"/>
          <p:cNvSpPr/>
          <p:nvPr/>
        </p:nvSpPr>
        <p:spPr>
          <a:xfrm>
            <a:off x="8511235" y="2487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914839" y="1207008"/>
            <a:ext cx="1527048" cy="17556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22225">
            <a:solidFill>
              <a:srgbClr val="F59E0B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pic>
        <p:nvPicPr>
          <p:cNvPr id="15" name="Image 2" descr="C:\workspace\myLife\tokans\website\public\app-icons\mymemori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467" y="1408176"/>
            <a:ext cx="621792" cy="6217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14839" y="2084832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myMemories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10221163" y="248716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18" name="Text 13"/>
          <p:cNvSpPr/>
          <p:nvPr/>
        </p:nvSpPr>
        <p:spPr>
          <a:xfrm>
            <a:off x="10221163" y="24871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94983" y="3200400"/>
            <a:ext cx="1527048" cy="17556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22225">
            <a:solidFill>
              <a:srgbClr val="0369A1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pic>
        <p:nvPicPr>
          <p:cNvPr id="20" name="Image 3" descr="C:\workspace\myLife\tokans\website\public\app-icons\myworkassista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7611" y="3401568"/>
            <a:ext cx="621792" cy="6217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4983" y="4078224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myWork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801307" y="44805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23" name="Text 17"/>
          <p:cNvSpPr/>
          <p:nvPr/>
        </p:nvSpPr>
        <p:spPr>
          <a:xfrm>
            <a:off x="6801307" y="4480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SOON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204911" y="3200400"/>
            <a:ext cx="1527048" cy="17556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22225">
            <a:solidFill>
              <a:srgbClr val="3C5575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204911" y="3346704"/>
            <a:ext cx="1527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C5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▢</a:t>
            </a:r>
            <a:endParaRPr lang="en-US" sz="3400" dirty="0"/>
          </a:p>
        </p:txBody>
      </p:sp>
      <p:sp>
        <p:nvSpPr>
          <p:cNvPr id="26" name="Text 20"/>
          <p:cNvSpPr/>
          <p:nvPr/>
        </p:nvSpPr>
        <p:spPr>
          <a:xfrm>
            <a:off x="8204911" y="4078224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myDocs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8511235" y="44805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28" name="Text 22"/>
          <p:cNvSpPr/>
          <p:nvPr/>
        </p:nvSpPr>
        <p:spPr>
          <a:xfrm>
            <a:off x="8511235" y="4480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914839" y="3200400"/>
            <a:ext cx="1527048" cy="1755648"/>
          </a:xfrm>
          <a:prstGeom prst="roundRect">
            <a:avLst>
              <a:gd name="adj" fmla="val 4790"/>
            </a:avLst>
          </a:prstGeom>
          <a:solidFill>
            <a:srgbClr val="E0F2FE"/>
          </a:solidFill>
          <a:ln w="22225">
            <a:solidFill>
              <a:srgbClr val="0EA5E9"/>
            </a:solidFill>
            <a:prstDash val="dash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9914839" y="3346704"/>
            <a:ext cx="1527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4000" dirty="0"/>
          </a:p>
        </p:txBody>
      </p:sp>
      <p:sp>
        <p:nvSpPr>
          <p:cNvPr id="31" name="Text 25"/>
          <p:cNvSpPr/>
          <p:nvPr/>
        </p:nvSpPr>
        <p:spPr>
          <a:xfrm>
            <a:off x="9914839" y="4078224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Your App</a:t>
            </a:r>
            <a:endParaRPr lang="en-US" sz="1350" dirty="0"/>
          </a:p>
        </p:txBody>
      </p:sp>
      <p:sp>
        <p:nvSpPr>
          <p:cNvPr id="32" name="Shape 26"/>
          <p:cNvSpPr/>
          <p:nvPr/>
        </p:nvSpPr>
        <p:spPr>
          <a:xfrm>
            <a:off x="10221163" y="44805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/>
        </p:spPr>
      </p:sp>
      <p:sp>
        <p:nvSpPr>
          <p:cNvPr id="33" name="Text 27"/>
          <p:cNvSpPr/>
          <p:nvPr/>
        </p:nvSpPr>
        <p:spPr>
          <a:xfrm>
            <a:off x="10221163" y="4480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494983" y="5833872"/>
            <a:ext cx="4946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sharedCoreLib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04  /  THE ECOSYSTEM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57200" y="896112"/>
            <a:ext cx="5333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Curated secure apps. Seeded by us. Grown by verified partners.</a:t>
            </a:r>
            <a:endParaRPr lang="en-US" sz="2500" dirty="0"/>
          </a:p>
        </p:txBody>
      </p:sp>
      <p:sp>
        <p:nvSpPr>
          <p:cNvPr id="37" name="Text 31"/>
          <p:cNvSpPr/>
          <p:nvPr/>
        </p:nvSpPr>
        <p:spPr>
          <a:xfrm>
            <a:off x="457200" y="2240280"/>
            <a:ext cx="5333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seeded the ecosystem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health, memories, documents, hobbies — the personal life stack.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457200" y="3136392"/>
            <a:ext cx="5333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grow it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vibe coders and domain experts submit apps. We curate and approve every listing.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457200" y="4032504"/>
            <a:ext cx="5333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sharedCoreLib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 storage, LAN sync, device-native architecture out of the box.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457200" y="4928616"/>
            <a:ext cx="5333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own their data 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runs locally. No telemetry. No cloud dependency. Free to start.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457200" y="5989320"/>
            <a:ext cx="5333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app built in isolation stays an island. Tokans connects it to the mainland.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532120" cy="5943600"/>
          </a:xfrm>
          <a:prstGeom prst="roundRect">
            <a:avLst>
              <a:gd name="adj" fmla="val 1983"/>
            </a:avLst>
          </a:prstGeom>
          <a:solidFill>
            <a:srgbClr val="F0F7FF"/>
          </a:solidFill>
          <a:ln w="12700">
            <a:solidFill>
              <a:srgbClr val="CBD9E8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49808" y="749808"/>
            <a:ext cx="4946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Ecosystem Flywheel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837737" y="2350008"/>
            <a:ext cx="691286" cy="658368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3837737" y="4178808"/>
            <a:ext cx="691286" cy="658368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1917497" y="4178808"/>
            <a:ext cx="691286" cy="658368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917497" y="2350008"/>
            <a:ext cx="691286" cy="658368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91740" y="2862072"/>
            <a:ext cx="1463040" cy="1463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A5E9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1740" y="2862072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Tokans
</a:t>
            </a:r>
            <a:pPr algn="ctr" indent="0" marL="0">
              <a:buNone/>
            </a:pPr>
            <a:r>
              <a:rPr lang="en-US" sz="1100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83764" y="1225296"/>
            <a:ext cx="1078992" cy="107899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C19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3764" y="1225296"/>
            <a:ext cx="10789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04004" y="3054096"/>
            <a:ext cx="1078992" cy="107899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4004" y="3054096"/>
            <a:ext cx="10789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83764" y="4882896"/>
            <a:ext cx="1078992" cy="107899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3764" y="4882896"/>
            <a:ext cx="10789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" y="3054096"/>
            <a:ext cx="1078992" cy="107899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" y="3054096"/>
            <a:ext cx="10789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5815584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C5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builds trust.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05  /  PLATFORM &amp; BUSINESS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896112"/>
            <a:ext cx="5333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for apps — but the content is your own life.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400800" y="2148840"/>
            <a:ext cx="2529688" cy="3566160"/>
          </a:xfrm>
          <a:prstGeom prst="roundRect">
            <a:avLst>
              <a:gd name="adj" fmla="val 3615"/>
            </a:avLst>
          </a:prstGeom>
          <a:solidFill>
            <a:srgbClr val="F8FAFC"/>
          </a:solidFill>
          <a:ln w="15875">
            <a:solidFill>
              <a:srgbClr val="CBD9E8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01968" y="2286000"/>
            <a:ext cx="212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C55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01968" y="2560320"/>
            <a:ext cx="2127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Apps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01968" y="3063240"/>
            <a:ext cx="212735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of privacy-first apps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on your device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 required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partner — inside every app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04808" y="2148840"/>
            <a:ext cx="2529688" cy="3566160"/>
          </a:xfrm>
          <a:prstGeom prst="roundRect">
            <a:avLst>
              <a:gd name="adj" fmla="val 3615"/>
            </a:avLst>
          </a:prstGeom>
          <a:solidFill>
            <a:srgbClr val="E0F2FE"/>
          </a:solidFill>
          <a:ln w="28575">
            <a:solidFill>
              <a:srgbClr val="0EA5E9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405976" y="2286000"/>
            <a:ext cx="212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05976" y="2560320"/>
            <a:ext cx="2127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+ Human Layer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05976" y="3063240"/>
            <a:ext cx="212735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myLifeAssistant — personal AI + human services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myWorkAssistant — distributed workflow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encrypted sync &amp; backup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verified partner network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5943600"/>
            <a:ext cx="5333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enter at zero cost · pay only as they consume services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937760" cy="5943600"/>
          </a:xfrm>
          <a:prstGeom prst="roundRect">
            <a:avLst>
              <a:gd name="adj" fmla="val 2222"/>
            </a:avLst>
          </a:prstGeom>
          <a:solidFill>
            <a:srgbClr val="F0F7FF"/>
          </a:solidFill>
          <a:ln w="12700">
            <a:solidFill>
              <a:srgbClr val="CBD9E8"/>
            </a:solidFill>
            <a:prstDash val="solid"/>
          </a:ln>
          <a:effectLst>
            <a:outerShdw sx="100000" sy="100000" kx="0" ky="0" algn="bl" rotWithShape="0" blurRad="114300" dist="38100" dir="2700000">
              <a:srgbClr val="0C1929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0080" y="640080"/>
            <a:ext cx="4572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</p:spPr>
      </p:sp>
      <p:pic>
        <p:nvPicPr>
          <p:cNvPr id="4" name="Image 0" descr="C:\workspace\myLife\tokans\website\public\images\foun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640080"/>
            <a:ext cx="457200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186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Anshuman Das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368" y="3730752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  ·  ISB Hyderabad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in financial technology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CIO — MNC banks &amp; retail brokerages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person technology teams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· trading platforms · risk systems at scale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working apps built in one month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6072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06  /  WHY US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60720" y="868680"/>
            <a:ext cx="597377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niche is growing.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C1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 suite is live.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760720" y="2331720"/>
            <a:ext cx="5973775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2331720"/>
            <a:ext cx="56080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myFinance    </a:t>
            </a:r>
            <a:pPr indent="0" marL="0"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tokans.github.io/myFinance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60720" y="2990088"/>
            <a:ext cx="5973775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990088"/>
            <a:ext cx="56080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Tokans.org    </a:t>
            </a:r>
            <a:pPr indent="0" marL="0"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onboarding live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760720" y="3648456"/>
            <a:ext cx="5973775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0" y="3648456"/>
            <a:ext cx="56080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Kahaniverse    </a:t>
            </a:r>
            <a:pPr indent="0" marL="0"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storytelling · Tokans-powered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60720" y="4306824"/>
            <a:ext cx="5973775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4306824"/>
            <a:ext cx="56080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myLife suite    </a:t>
            </a:r>
            <a:pPr indent="0" marL="0"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seeded apps · open source · Tauri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760720" y="4965192"/>
            <a:ext cx="5973775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2700">
            <a:solidFill>
              <a:srgbClr val="CBD9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4965192"/>
            <a:ext cx="56080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sharedCoreLib    </a:t>
            </a:r>
            <a:pPr indent="0" marL="0">
              <a:buNone/>
            </a:pPr>
            <a:r>
              <a:rPr lang="en-US" sz="1250" dirty="0">
                <a:solidFill>
                  <a:srgbClr val="0C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local DB · LAN sync · device-native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760720" y="5715000"/>
            <a:ext cx="5973775" cy="914400"/>
          </a:xfrm>
          <a:prstGeom prst="roundRect">
            <a:avLst>
              <a:gd name="adj" fmla="val 10000"/>
            </a:avLst>
          </a:prstGeom>
          <a:solidFill>
            <a:srgbClr val="0C1929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0" y="5715000"/>
            <a:ext cx="56080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needs Tokens.   </a:t>
            </a:r>
            <a:pPr algn="ctr" indent="0" marL="0">
              <a:buNone/>
            </a:pPr>
            <a:r>
              <a:rPr lang="en-US" sz="2000" b="1" i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need Tokans.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2026-06-17T14:46:10Z</dcterms:created>
  <dcterms:modified xsi:type="dcterms:W3CDTF">2026-06-17T14:46:10Z</dcterms:modified>
</cp:coreProperties>
</file>